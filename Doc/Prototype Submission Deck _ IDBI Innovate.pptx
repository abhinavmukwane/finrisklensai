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5" r:id="rId15"/>
    <p:sldId id="276" r:id="rId16"/>
    <p:sldId id="277" r:id="rId17"/>
    <p:sldId id="266" r:id="rId18"/>
    <p:sldId id="267" r:id="rId19"/>
    <p:sldId id="268" r:id="rId20"/>
    <p:sldId id="269" r:id="rId21"/>
    <p:sldId id="270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</a:t>
            </a:r>
            <a:r>
              <a:rPr lang="en-GB" sz="1200" dirty="0" smtClean="0"/>
              <a:t>&amp; </a:t>
            </a:r>
            <a:r>
              <a:rPr lang="en-GB" sz="1200" dirty="0"/>
              <a:t>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</a:t>
            </a:r>
            <a:r>
              <a:rPr lang="en-GB" sz="1200" dirty="0" smtClean="0"/>
              <a:t>officers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</a:t>
            </a:r>
            <a:r>
              <a:rPr lang="en-GB" sz="1200" dirty="0" smtClean="0"/>
              <a:t>approvals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</a:t>
            </a:r>
            <a:r>
              <a:rPr lang="en-GB" sz="1200" dirty="0" smtClean="0"/>
              <a:t>GSTR-1/2A/2B/3B</a:t>
            </a:r>
            <a:r>
              <a:rPr lang="en-GB" sz="1200" dirty="0"/>
              <a:t>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</a:t>
            </a:r>
            <a:r>
              <a:rPr lang="en-US" sz="1200" dirty="0" smtClean="0"/>
              <a:t>(modern monolith Architecture)</a:t>
            </a:r>
            <a:endParaRPr lang="en-US" sz="1200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</a:t>
            </a:r>
            <a:r>
              <a:rPr lang="en-US" sz="1200" dirty="0" smtClean="0"/>
              <a:t>Azure </a:t>
            </a:r>
            <a:r>
              <a:rPr lang="en-US" sz="1200" dirty="0"/>
              <a:t>App </a:t>
            </a:r>
            <a:r>
              <a:rPr lang="en-US" sz="1200" dirty="0" smtClean="0"/>
              <a:t>Service / AWS : </a:t>
            </a:r>
            <a:r>
              <a:rPr lang="en-US" sz="1200" dirty="0"/>
              <a:t>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14" y="994528"/>
            <a:ext cx="1719194" cy="4050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400" y="994528"/>
            <a:ext cx="2613232" cy="19187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399" y="3019551"/>
            <a:ext cx="2613233" cy="19187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338" y="1011715"/>
            <a:ext cx="3276829" cy="40156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19" y="994529"/>
            <a:ext cx="2724042" cy="202608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168" y="1012489"/>
            <a:ext cx="2899231" cy="14177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6" y="1012489"/>
            <a:ext cx="2700670" cy="14610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1" y="3314723"/>
            <a:ext cx="2935957" cy="14357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061" y="3306535"/>
            <a:ext cx="2969443" cy="14521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47" y="3314723"/>
            <a:ext cx="2879062" cy="140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994528"/>
            <a:ext cx="2603879" cy="163171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9646" y="896208"/>
            <a:ext cx="2604977" cy="1730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999" y="898249"/>
            <a:ext cx="3182537" cy="14142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2928973"/>
            <a:ext cx="4128185" cy="18344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629" y="2666022"/>
            <a:ext cx="3980537" cy="223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74" y="946543"/>
            <a:ext cx="3403372" cy="19134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10" y="849457"/>
            <a:ext cx="3504633" cy="197039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74" y="3005578"/>
            <a:ext cx="3403372" cy="19134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010" y="2918551"/>
            <a:ext cx="3504633" cy="197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92" y="903768"/>
            <a:ext cx="3460814" cy="19457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040" y="794002"/>
            <a:ext cx="3498453" cy="19669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91" y="2964204"/>
            <a:ext cx="3496272" cy="196569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040" y="2849526"/>
            <a:ext cx="3746620" cy="210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285" y="1036331"/>
            <a:ext cx="3562860" cy="37263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040" y="2848797"/>
            <a:ext cx="3328944" cy="202514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039" y="794002"/>
            <a:ext cx="3852946" cy="188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1402</Words>
  <Application>Microsoft Office PowerPoint</Application>
  <PresentationFormat>On-screen Show (16:9)</PresentationFormat>
  <Paragraphs>172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 Mukwane</cp:lastModifiedBy>
  <cp:revision>59</cp:revision>
  <dcterms:modified xsi:type="dcterms:W3CDTF">2026-07-08T10:07:05Z</dcterms:modified>
</cp:coreProperties>
</file>