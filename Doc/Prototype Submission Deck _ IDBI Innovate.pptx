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72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65350" y="744575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1286216"/>
            <a:ext cx="855282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1200" dirty="0"/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Aggregates alternate data streams: GST returns, Account Aggregator bank &amp; UPI statements, ITR filings, Udyam registry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57385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94078"/>
            <a:ext cx="862640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Wireframes/Mock diagrams of the proposed solution (optional)</a:t>
            </a:r>
            <a:endParaRPr b="1" dirty="0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(monolith)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MCA21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RBI Central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FIU-IND suspicious-transaction flags on AA data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7001D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974354"/>
                </a:solidFill>
              </a:rPr>
              <a:t>•  </a:t>
            </a:r>
            <a:r>
              <a:rPr sz="1050">
                <a:solidFill>
                  <a:srgbClr val="2B2026"/>
                </a:solidFill>
              </a:rPr>
              <a:t>Vernacular AI assistant + continuous MLOps retraining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1454</Words>
  <Application>Microsoft Office PowerPoint</Application>
  <PresentationFormat>On-screen Show (16:9)</PresentationFormat>
  <Paragraphs>168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</cp:lastModifiedBy>
  <cp:revision>32</cp:revision>
  <dcterms:modified xsi:type="dcterms:W3CDTF">2026-07-07T16:54:01Z</dcterms:modified>
</cp:coreProperties>
</file>